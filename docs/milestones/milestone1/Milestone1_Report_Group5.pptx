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2165" y="374303"/>
            <a:ext cx="681952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948"/>
              </a:spcBef>
              <a:spcAft>
                <a:spcPts val="20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Health Butler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720502" y="1266379"/>
            <a:ext cx="570284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1: Project Definition &amp; Planning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28451" y="2152055"/>
            <a:ext cx="30869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5: Allen, Wangchuk, Aziz, Kevin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71421" y="3047256"/>
            <a:ext cx="14011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21,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331589"/>
            <a:ext cx="23321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Goal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69653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1000" y="1691729"/>
            <a:ext cx="8382000" cy="70098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Friction: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Manual calorie logging is tedious and leads to abandonment.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Advice: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"One-size-fits-all" tips lack personalization.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2494211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"Snap &amp; Ask"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1000" y="2916287"/>
            <a:ext cx="8382000" cy="70098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Photo -&gt; ViT Recognition -&gt; RAG Nutrition Analysis.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Evidence-based grounding (USDA) to prevent hallucinations.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6800" y="4873675"/>
            <a:ext cx="3886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1 Report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331589"/>
            <a:ext cx="338023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(MVP vs Future)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69653"/>
            <a:ext cx="4064050" cy="2122587"/>
          </a:xfrm>
          <a:prstGeom prst="roundRect">
            <a:avLst>
              <a:gd name="adj" fmla="val 4787"/>
            </a:avLst>
          </a:prstGeom>
          <a:solidFill>
            <a:srgbClr val="E8F8F5"/>
          </a:solidFill>
          <a:ln w="952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025" y="1469678"/>
            <a:ext cx="373728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In-Scope (MVP)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1025" y="1790254"/>
            <a:ext cx="3664000" cy="130046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Image-based Food Recognition (ViT)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Nutrition Retrieval (RAG/USDA)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Streamlit Dashboard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Dual-Agent Logic (Nutrition/Fitness)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98950" y="1269653"/>
            <a:ext cx="4064050" cy="2122587"/>
          </a:xfrm>
          <a:prstGeom prst="roundRect">
            <a:avLst>
              <a:gd name="adj" fmla="val 4787"/>
            </a:avLst>
          </a:prstGeom>
          <a:solidFill>
            <a:srgbClr val="FDEDEC"/>
          </a:solidFill>
          <a:ln w="9525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98975" y="1469678"/>
            <a:ext cx="373728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Out-of-Scope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8975" y="1790254"/>
            <a:ext cx="3664000" cy="130046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Diagnosis/Treatment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Device Integration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Support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76800" y="4873675"/>
            <a:ext cx="3886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PRD v1.2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331589"/>
            <a:ext cx="35079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Strategy &amp; Privacy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69653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1000" y="1691729"/>
            <a:ext cx="8382000" cy="70098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USDA FoodData Central (Fact-based).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HuggingFace 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nateraw/food-vit-101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2494211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via Architecture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1000" y="2916287"/>
            <a:ext cx="8382000" cy="105147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Processing: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User images processed in RAM.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Persistence: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photos or chats stored on disk.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Grounding: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Strict retrieval from trusted DBs only.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6800" y="4873675"/>
            <a:ext cx="3886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L3 Data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331589"/>
            <a:ext cx="293681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69653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Topology "Swarm"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1000" y="1691729"/>
            <a:ext cx="8382000" cy="105147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Agent: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Central hub for routing tasks.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 Agent: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ViT (Vision) + RAG (Logic).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Agent: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LLM Reasoning + Rule-based logic.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2844701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1000" y="3266777"/>
            <a:ext cx="8382000" cy="140196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LangGraph / Python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Gemini 2.5 Flash (Low latency, Multimodal)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ChromaDB (Local embedding)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Deploy: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Docker -&gt; Cloud Run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76800" y="4873675"/>
            <a:ext cx="3886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L2 Application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331589"/>
            <a:ext cx="408931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 (Next 3 Weeks)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876800" y="4873675"/>
            <a:ext cx="3886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Project Timeline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1015752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331589"/>
            <a:ext cx="26946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1269653"/>
            <a:ext cx="8382000" cy="179843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1: Hallucination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endParaRPr lang="en-US" sz="1400" dirty="0"/>
          </a:p>
          <a:p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Mitigation: Strict RAG. Return "Unknown" if not in USDA.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2: ViT Accuracy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endParaRPr lang="en-US" sz="1400" dirty="0"/>
          </a:p>
          <a:p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Mitigation: Fallback models &amp; User manual correction UI.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3: System Latency</a:t>
            </a:r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endParaRPr lang="en-US" sz="1400" dirty="0"/>
          </a:p>
          <a:p>
            <a:pPr algn="l" indent="0" marL="0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Mitigation: Use Gemini Flash + Local Embeddings (all-MiniLM).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76800" y="4873675"/>
            <a:ext cx="3886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Green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1 Report</dc:title>
  <dc:subject>PptxGenJS Presentation</dc:subject>
  <dc:creator>Group 5</dc:creator>
  <cp:lastModifiedBy>Group 5</cp:lastModifiedBy>
  <cp:revision>1</cp:revision>
  <dcterms:created xsi:type="dcterms:W3CDTF">2026-01-22T00:51:15Z</dcterms:created>
  <dcterms:modified xsi:type="dcterms:W3CDTF">2026-01-22T00:51:15Z</dcterms:modified>
</cp:coreProperties>
</file>